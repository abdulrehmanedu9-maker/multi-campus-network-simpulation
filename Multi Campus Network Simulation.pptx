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93" r:id="rId5"/>
    <p:sldId id="294" r:id="rId6"/>
    <p:sldId id="258" r:id="rId7"/>
    <p:sldId id="260" r:id="rId8"/>
    <p:sldId id="262" r:id="rId9"/>
    <p:sldId id="295" r:id="rId10"/>
    <p:sldId id="277" r:id="rId11"/>
    <p:sldId id="265" r:id="rId12"/>
    <p:sldId id="266" r:id="rId13"/>
    <p:sldId id="270" r:id="rId14"/>
    <p:sldId id="280" r:id="rId15"/>
    <p:sldId id="279" r:id="rId16"/>
    <p:sldId id="29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1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9D6A0-6354-4D72-B253-CD4A4B9027D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4A974-5D68-4646-9F70-083DAEFFC4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ED661-9AEC-4F9C-A4C9-2D99E17F40A0}" type="datetime8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A8DF-3732-4A9C-8688-71986FA4CC90}" type="datetime8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1837C-CCD9-4AB6-959C-0E17AFF16A0D}" type="datetime8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A4FE9-4F31-4E88-90E4-C96F15E7E44D}" type="datetime8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E615-168D-4A4D-B7AC-91E8E5D74F71}" type="datetime8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4BCA-23C4-4923-846A-92A99B392E11}" type="datetime8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E6F2-F490-46B2-9E6E-B9CBF63D7EFE}" type="datetime8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13FEFD0-E2C4-4631-B50F-0124EF4A52E1}" type="datetime8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24C27-5784-4751-A0CA-8C1080771E39}" type="datetime8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1BAA7-FF33-449C-87A4-7C80E7C938AE}" type="datetime8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9F9E5-CD81-43C9-A433-64D08F4C7373}" type="datetime8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468A334-3C79-45DE-83CB-E1F1E12D75B6}" type="datetime8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F75FD1-72B1-4336-AC67-D121FDE1C694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hyperlink" Target="phy%20view%201.pn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443210"/>
            <a:ext cx="10058400" cy="288190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Multi Campus Network Simulation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Abdul Rehman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Computer Communication and Networks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Duration: 30-45 Minutes</a:t>
            </a:r>
            <a:endParaRPr lang="en-US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058399" cy="402336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Multi-campus network designed using Cisco Packet Tracer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Simulates real university communication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LAN and WAN integration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wired and wireless communication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 on scalable network architecture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058399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a scalable multi-campus network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campuses through WAN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Static IP and DHCP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communication and network management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reliable connectivity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gap between campuses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 network management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scalability in traditional networks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for centralized networking solution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fontScale="90000" lnSpcReduction="20000"/>
          </a:bodyPr>
          <a:lstStyle/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multi-campus topology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Configure Routing Information Protocol (RIP) dynamic routing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subnetting techniques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Static Internet Protocol (IP) and Dynamic Host Configuration Protocol (DHCP)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Verify end-to-end communication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Devices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37690"/>
            <a:ext cx="7061835" cy="44462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Cisco Packet Tracer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Transmission Control Protocol / Internet Protocol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Routing Information Protocol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  <p:pic>
        <p:nvPicPr>
          <p:cNvPr id="4" name="Picture 3" descr="Cisco CISCO2811 2811 Integrated ..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47790" y="2016759"/>
            <a:ext cx="2764693" cy="972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TL-SG108-M2 | 8-Port 2.5G Desktop Switch | TP-Link Pakist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98" b="27690"/>
          <a:stretch>
            <a:fillRect/>
          </a:stretch>
        </p:blipFill>
        <p:spPr>
          <a:xfrm>
            <a:off x="8829530" y="3097273"/>
            <a:ext cx="2141855" cy="9956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8565553" y="2827773"/>
            <a:ext cx="2764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US" i="1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Router-2811</a:t>
            </a:r>
            <a:endParaRPr lang="en-US" sz="1800" i="1" kern="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2727" y="3992209"/>
            <a:ext cx="2014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US" sz="1800" i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Switch 2950T-24</a:t>
            </a:r>
            <a:endParaRPr lang="en-US" sz="1800" i="1" kern="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90313" y="5798708"/>
            <a:ext cx="2014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US" sz="1800" i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Access Point</a:t>
            </a:r>
            <a:endParaRPr lang="en-US" sz="1800" i="1" kern="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Picture 11" descr="The Advantages of Wireless Access Points | FiberPlus Inc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22499" y="4386468"/>
            <a:ext cx="1883410" cy="141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Overview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rmAutofit fontScale="90000" lnSpcReduction="20000"/>
          </a:bodyPr>
          <a:lstStyle/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Four campuses interconnected through WAN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campus has independent LAN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Departmental subnetting applied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RIP used for dynamic routing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wired and wireless design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  <p:pic>
        <p:nvPicPr>
          <p:cNvPr id="4" name="Picture 3" descr="LOGICAL 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433517"/>
            <a:ext cx="5319395" cy="30110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&amp; Department Structure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857206" cy="4023360"/>
          </a:xfrm>
        </p:spPr>
        <p:txBody>
          <a:bodyPr>
            <a:normAutofit fontScale="62500" lnSpcReduction="20000"/>
          </a:bodyPr>
          <a:lstStyle/>
          <a:p>
            <a:r>
              <a:rPr lang="en-US" sz="2800" dirty="0"/>
              <a:t>Campuses</a:t>
            </a:r>
            <a:endParaRPr lang="en-US" sz="2800" dirty="0"/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/>
              <a:t>Karachi Campus </a:t>
            </a:r>
            <a:endParaRPr lang="en-US" sz="2800" dirty="0"/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/>
              <a:t>Lahore Campus </a:t>
            </a:r>
            <a:endParaRPr lang="en-US" sz="2800" dirty="0"/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/>
              <a:t>Quetta Campus </a:t>
            </a:r>
            <a:endParaRPr lang="en-US" sz="2800" dirty="0"/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/>
              <a:t>Peshawar Campus </a:t>
            </a:r>
            <a:endParaRPr lang="en-US" sz="2800" dirty="0"/>
          </a:p>
          <a:p>
            <a:r>
              <a:rPr lang="en-US" sz="2800" dirty="0"/>
              <a:t>Departments</a:t>
            </a:r>
            <a:endParaRPr lang="en-US" sz="2800" dirty="0"/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/>
              <a:t>Administration </a:t>
            </a:r>
            <a:endParaRPr lang="en-US" sz="2800" dirty="0"/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/>
              <a:t>Library </a:t>
            </a:r>
            <a:endParaRPr lang="en-US" sz="2800" dirty="0"/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/>
              <a:t>Examination </a:t>
            </a:r>
            <a:endParaRPr lang="en-US" sz="2800" dirty="0"/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/>
              <a:t>Accounts </a:t>
            </a:r>
            <a:endParaRPr lang="en-US" sz="2800" dirty="0"/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/>
              <a:t>Education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26950" y="2237529"/>
            <a:ext cx="5383530" cy="3239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1" y="46285"/>
            <a:ext cx="10058400" cy="145075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Topology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151" y="1799449"/>
            <a:ext cx="4922449" cy="466033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Topology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Routers connected through serial links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Switches used for LAN communication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Ethernet used for wired devices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Topology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 subnet for each department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IP-based segmented network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Point-to-point WAN addressing used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  <p:pic>
        <p:nvPicPr>
          <p:cNvPr id="13" name="Picture 12">
            <a:hlinkClick r:id="rId1" action="ppaction://hlinkfile"/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28" y="1799449"/>
            <a:ext cx="4737392" cy="2016344"/>
          </a:xfrm>
          <a:prstGeom prst="rect">
            <a:avLst/>
          </a:prstGeom>
        </p:spPr>
      </p:pic>
      <p:pic>
        <p:nvPicPr>
          <p:cNvPr id="5" name="Picture 4" descr="LOGICAL 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485" y="3815793"/>
            <a:ext cx="4171335" cy="23611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97489"/>
            <a:ext cx="10058400" cy="145075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Addressing &amp; DHCP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6160" y="1910715"/>
            <a:ext cx="4519930" cy="439864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Campus – Network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Karachi – 192.168.10.0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Lahore – 192.168.20.0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Quetta – 192.168.30.0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Peshawar – 192.168.40.0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 IP used for routers and servers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DHCP used for automatic client addressing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8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Private Class C addressing implemented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  <p:pic>
        <p:nvPicPr>
          <p:cNvPr id="7" name="Picture 6" descr="DHCP CONFI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353" y="1910542"/>
            <a:ext cx="5243327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LAN/WAN Subnetting and Routing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64995"/>
            <a:ext cx="4960620" cy="4023360"/>
          </a:xfrm>
        </p:spPr>
        <p:txBody>
          <a:bodyPr>
            <a:normAutofit fontScale="60000" lnSpcReduction="20000"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 Subnetting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Default Mask: /24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Mask: /28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IP utilization achieved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 Subnetting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 Network: 10.0.0.0/30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router-to-router communication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RIP enabled dynamic routing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route sharing achieved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  <p:pic>
        <p:nvPicPr>
          <p:cNvPr id="5" name="Picture 4" descr="WAN 30 SUBNETT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1880" y="2135505"/>
            <a:ext cx="4942840" cy="17760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Configuration, Testing &amp; Verification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  <p:sp>
        <p:nvSpPr>
          <p:cNvPr id="5" name="Content Placeholder 2"/>
          <p:cNvSpPr txBox="1"/>
          <p:nvPr/>
        </p:nvSpPr>
        <p:spPr>
          <a:xfrm>
            <a:off x="1249680" y="1998134"/>
            <a:ext cx="5646880" cy="4023360"/>
          </a:xfrm>
          <a:prstGeom prst="rect">
            <a:avLst/>
          </a:prstGeom>
        </p:spPr>
        <p:txBody>
          <a:bodyPr vert="horz" lIns="0" tIns="45720" rIns="0" bIns="45720" rtlCol="0">
            <a:normAutofit fontScale="5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configured in Cisco Packet Tracer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and DHCP addressing implemented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 routing configured successfully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Verification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command used for testing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Wired and wireless connectivity verified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end-to-end communication achieved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560" y="2035347"/>
            <a:ext cx="4132371" cy="4126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Achievements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3981496" cy="4023360"/>
          </a:xfrm>
        </p:spPr>
        <p:txBody>
          <a:bodyPr>
            <a:normAutofit fontScale="5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LAN and WAN integration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 and Static IP implemented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subnetting applied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routing configured using RIP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multi-campus communication achieved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24"/>
          <a:stretch>
            <a:fillRect/>
          </a:stretch>
        </p:blipFill>
        <p:spPr>
          <a:xfrm>
            <a:off x="4942114" y="2652871"/>
            <a:ext cx="6635957" cy="10218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Q/A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058399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Multi-campus network successfully designed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inter-campus communication achieved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IP management implemented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 developed for future expansion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</a:fld>
            <a:endParaRPr lang="en-US"/>
          </a:p>
        </p:txBody>
      </p:sp>
      <p:sp>
        <p:nvSpPr>
          <p:cNvPr id="4" name="Content Placeholder 2"/>
          <p:cNvSpPr txBox="1"/>
          <p:nvPr/>
        </p:nvSpPr>
        <p:spPr>
          <a:xfrm>
            <a:off x="640151" y="1799449"/>
            <a:ext cx="10784341" cy="2078488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US" sz="1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1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3042</Words>
  <Application>WPS Presentation</Application>
  <PresentationFormat>Widescreen</PresentationFormat>
  <Paragraphs>169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DejaVu Sans</vt:lpstr>
      <vt:lpstr>Times New Roman</vt:lpstr>
      <vt:lpstr>Tahoma</vt:lpstr>
      <vt:lpstr>DengXian</vt:lpstr>
      <vt:lpstr>Calibri Light</vt:lpstr>
      <vt:lpstr>Microsoft YaHei</vt:lpstr>
      <vt:lpstr>Droid Sans Fallback</vt:lpstr>
      <vt:lpstr>Arial Unicode MS</vt:lpstr>
      <vt:lpstr>Aptos</vt:lpstr>
      <vt:lpstr>C059</vt:lpstr>
      <vt:lpstr>Noto Serif CJK HK</vt:lpstr>
      <vt:lpstr>OpenSymbol</vt:lpstr>
      <vt:lpstr>Retrospect</vt:lpstr>
      <vt:lpstr> Multi Campus Network Simulation</vt:lpstr>
      <vt:lpstr>Introduction</vt:lpstr>
      <vt:lpstr>Aim of the Project</vt:lpstr>
      <vt:lpstr>Problem Statement</vt:lpstr>
      <vt:lpstr>Objectives</vt:lpstr>
      <vt:lpstr>Technologies and Devices</vt:lpstr>
      <vt:lpstr>Network Overview</vt:lpstr>
      <vt:lpstr>Campus &amp; Department Structure</vt:lpstr>
      <vt:lpstr>Physical Topology</vt:lpstr>
      <vt:lpstr>IP Addressing &amp; DHCP</vt:lpstr>
      <vt:lpstr>LAN/WAN Subnetting and Routing</vt:lpstr>
      <vt:lpstr>Configuration, Testing &amp; Verification</vt:lpstr>
      <vt:lpstr>Project Achievements</vt:lpstr>
      <vt:lpstr>Conclusion and Q/A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Rehman</dc:creator>
  <cp:lastModifiedBy>abdul-rehman</cp:lastModifiedBy>
  <cp:revision>12</cp:revision>
  <dcterms:created xsi:type="dcterms:W3CDTF">2026-05-18T02:09:00Z</dcterms:created>
  <dcterms:modified xsi:type="dcterms:W3CDTF">2026-05-18T02:09:00Z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